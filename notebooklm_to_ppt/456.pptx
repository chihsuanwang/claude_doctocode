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1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2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3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4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5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6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7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8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9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833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軟正黑體"/>
              </a:rPr>
              <a:t>第 10 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08000"/>
            <a:ext cx="11473200" cy="5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293200" y="6570000"/>
            <a:ext cx="79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96"/>
                </a:solidFill>
                <a:latin typeface="微軟正黑體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